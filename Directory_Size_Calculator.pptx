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503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 SIZE CALCULATOR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841248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file-system simulator with recursive size calculation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41248" y="397764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16052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1328" y="39776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36FA2-B3EB-6DCA-7953-EADFC92C130E}"/>
              </a:ext>
            </a:extLst>
          </p:cNvPr>
          <p:cNvSpPr txBox="1"/>
          <p:nvPr/>
        </p:nvSpPr>
        <p:spPr>
          <a:xfrm>
            <a:off x="822960" y="5096435"/>
            <a:ext cx="240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By: Felipe Alexandrino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Design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file system as a tree; solve size with recursion.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58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75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nodes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4086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a FileSystemNode with a name and a size. FileNode is a leaf; DirectoryNode holds children.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3538728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758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92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size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75818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directory's size is the sum of its children. getSize() calls itself on subdirectories; files are the base case.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956048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932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09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shell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517550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class interprets commands and tracks the current directory — kept apart from the model so it stays testable.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182880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tree  ·  1030 bytes total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20840" y="2468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root/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readme.txt        100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resume.pdf     500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notes.txt       50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projects/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app/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Main.java   200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Util.java   150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todo.md          30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Commands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required commands, plus small conveniences for navigation.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CDE7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762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56616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directory. Supports cd .. to go up and cd / for root.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3108960"/>
            <a:ext cx="548640" cy="548640"/>
          </a:xfrm>
          <a:prstGeom prst="ellipse">
            <a:avLst/>
          </a:prstGeom>
          <a:solidFill>
            <a:srgbClr val="CDE7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2278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566160" y="2926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contents of the current directory; folders marked with a trailing slash.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CDE7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2793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77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3566160" y="3977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total every file in the current directory and its subdirectories.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8368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</a:t>
            </a: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(show path),  </a:t>
            </a: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</a:t>
            </a: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(list commands), and  </a:t>
            </a: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Recursive getSize()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071A3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0120" y="182880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long getSize() {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total = 0;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(FileSystemNode child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: children.values()) {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child.getSize();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D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0" y="155448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20848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FileNode returns its own size. This stops the recursion at the bottom of the tree.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0" y="30632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89520" y="3227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89520" y="359359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DirectoryNode asks each child for its size — and a child directory runs this same method.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0" y="457200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89520" y="4736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terminates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510235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ends at files, so the recursion is guaranteed to finish.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Files &amp; Testing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25328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app: model, Shell, seed data, main loop.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9535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FileSystemNode / FileNode / DirectoryNode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model.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6667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Shell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3959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interpreter.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3799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buildSeedData()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4400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file system.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093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MainTest.java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" y="53858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JUnit 5 tests.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020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tests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00800" y="2194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200" dirty="0"/>
          </a:p>
        </p:txBody>
      </p:sp>
      <p:sp>
        <p:nvSpPr>
          <p:cNvPr id="20" name="Text 16"/>
          <p:cNvSpPr/>
          <p:nvPr/>
        </p:nvSpPr>
        <p:spPr>
          <a:xfrm>
            <a:off x="822960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400800" y="35661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reports its own size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directory is zero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files counted (recursion)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total equals 1030 bytes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duplicate / negative input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C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navigation: cd, cd .., errors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Run, Verify &amp; 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727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72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IntelliJ, run Main.java with the green ▶ arrow.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commands at the prompt: ls, cd, size.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at root → 1030 bytes; inside projects → 380.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873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4087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46177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MainTest.java → Run.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green checks confirm the logic without manual typing.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495</Words>
  <Application>Microsoft Office PowerPoint</Application>
  <PresentationFormat>Widescreen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Directory Size Calculator</dc:title>
  <dc:subject>PptxGenJS Presentation</dc:subject>
  <dc:creator>Felipe</dc:creator>
  <cp:lastModifiedBy>Felipe Alexandrino</cp:lastModifiedBy>
  <cp:revision>3</cp:revision>
  <dcterms:created xsi:type="dcterms:W3CDTF">2026-06-14T21:10:31Z</dcterms:created>
  <dcterms:modified xsi:type="dcterms:W3CDTF">2026-06-15T03:57:06Z</dcterms:modified>
</cp:coreProperties>
</file>